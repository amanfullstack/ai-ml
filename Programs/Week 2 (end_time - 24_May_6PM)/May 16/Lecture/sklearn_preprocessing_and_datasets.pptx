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iMaOMJq/2FoLux+Th8c19GE/LH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Sklearn Preprocessing Functions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Standardization, Normalization, Categorical Encoding, and Outlier Detection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7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Standardization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Standardization scales features to have zero mean and unit variance.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when data has varied scales or units.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StandardScaler() from sklearn.preprocessing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from sklearn.preprocessing import StandardScaler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scaler = StandardScaler()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X_scaled = scaler.fit_transform(X)</a:t>
            </a:r>
            <a:endParaRPr/>
          </a:p>
        </p:txBody>
      </p:sp>
      <p:pic>
        <p:nvPicPr>
          <p:cNvPr id="94" name="Google Shape;94;p2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7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Normalization scales features to a range, usually [0, 1].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Helpful for algorithms that require bounded input values.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MinMaxScaler() from sklearn.preprocessing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from sklearn.preprocessing import MinMaxScaler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scaler = MinMaxScaler()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X_normalized = scaler.fit_transform(X)</a:t>
            </a:r>
            <a:endParaRPr/>
          </a:p>
        </p:txBody>
      </p:sp>
      <p:pic>
        <p:nvPicPr>
          <p:cNvPr id="101" name="Google Shape;101;p3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7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Categorical Encoding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Transforms categorical data to numerical format.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One-Hot Encoding and Label Encoding are common methods.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OneHotEncoder() from sklearn.preprocessing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from sklearn.preprocessing import OneHotEncoder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encoder = OneHotEncoder()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X_encoded = encoder.fit_transform(X)</a:t>
            </a:r>
            <a:endParaRPr/>
          </a:p>
        </p:txBody>
      </p:sp>
      <p:pic>
        <p:nvPicPr>
          <p:cNvPr id="108" name="Google Shape;108;p4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7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 Detection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and removes or flags outliers in the data.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Helps prevent model skew due to anomalous data points.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IsolationForest from sklearn.ensemble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from sklearn.ensemble import IsolationForest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clf = IsolationForest()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outliers = clf.fit_predict(X)</a:t>
            </a:r>
            <a:endParaRPr/>
          </a:p>
        </p:txBody>
      </p:sp>
      <p:pic>
        <p:nvPicPr>
          <p:cNvPr id="115" name="Google Shape;115;p5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575125" y="0"/>
            <a:ext cx="2721275" cy="7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Values and Imputation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Imputation fills missing values to prevent data loss.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Mean, median, and mode are common strategies.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SimpleImputer from sklearn.impute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from sklearn.impute import SimpleImputer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imputer = SimpleImputer(strategy='mean')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X_imputed = imputer.fit_transform(X)</a:t>
            </a:r>
            <a:endParaRPr/>
          </a:p>
        </p:txBody>
      </p:sp>
      <p:pic>
        <p:nvPicPr>
          <p:cNvPr id="122" name="Google Shape;122;p6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68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Encoding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Label Encoding assigns a numerical value to each category.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for ordinal categorical data.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LabelEncoder from sklearn.preprocessing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from sklearn.preprocessing import LabelEncoder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encoder = LabelEncoder()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y_encoded = encoder.fit_transform(y)</a:t>
            </a:r>
            <a:endParaRPr/>
          </a:p>
        </p:txBody>
      </p:sp>
      <p:pic>
        <p:nvPicPr>
          <p:cNvPr id="129" name="Google Shape;129;p7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7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Datasets in Sklearn</a:t>
            </a:r>
            <a:endParaRPr/>
          </a:p>
        </p:txBody>
      </p:sp>
      <p:sp>
        <p:nvSpPr>
          <p:cNvPr id="135" name="Google Shape;135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Scikit-learn includes a variety of built-in datasets.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for practice and experimentation.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Examples: iris, digits, boston, wine, breast_cancer</a:t>
            </a:r>
            <a:endParaRPr/>
          </a:p>
        </p:txBody>
      </p:sp>
      <p:pic>
        <p:nvPicPr>
          <p:cNvPr id="136" name="Google Shape;136;p8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7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Loading Datasets</a:t>
            </a:r>
            <a:endParaRPr/>
          </a:p>
        </p:txBody>
      </p:sp>
      <p:sp>
        <p:nvSpPr>
          <p:cNvPr id="142" name="Google Shape;142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Datasets can be loaded with sklearn's data fetching functions.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dataset has a consistent structure (features, targets, descriptions).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load_iris()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from sklearn.datasets import load_iris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iris = load_iris()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X, y = iris.data, iris.target</a:t>
            </a:r>
            <a:endParaRPr/>
          </a:p>
        </p:txBody>
      </p:sp>
      <p:pic>
        <p:nvPicPr>
          <p:cNvPr id="143" name="Google Shape;143;p9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7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Data Loading</a:t>
            </a:r>
            <a:endParaRPr/>
          </a:p>
        </p:txBody>
      </p:sp>
      <p:sp>
        <p:nvSpPr>
          <p:cNvPr id="149" name="Google Shape;14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external datasets, use pandas or numpy for flexible loading.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can be loaded from CSV, Excel, databases, etc.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Using pandas to load a CSV file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import pandas as pd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data = pd.read_csv('data.csv')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X = data.iloc[:, :-1]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y = data.iloc[:, -1]</a:t>
            </a:r>
            <a:endParaRPr/>
          </a:p>
        </p:txBody>
      </p:sp>
      <p:pic>
        <p:nvPicPr>
          <p:cNvPr id="150" name="Google Shape;150;p10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75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Exploring Data After Loading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explore the data with head, describe, and info.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for missing values and anomalies.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data.head(), data.describe(), data.info()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Example: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data.head()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data.describe()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data.info()</a:t>
            </a:r>
            <a:endParaRPr/>
          </a:p>
        </p:txBody>
      </p:sp>
      <p:pic>
        <p:nvPicPr>
          <p:cNvPr id="157" name="Google Shape;157;p11" title="IIIT_H.png"/>
          <p:cNvPicPr preferRelativeResize="0"/>
          <p:nvPr/>
        </p:nvPicPr>
        <p:blipFill rotWithShape="1">
          <a:blip r:embed="rId3">
            <a:alphaModFix/>
          </a:blip>
          <a:srcRect b="14271" l="11578" r="13766" t="14619"/>
          <a:stretch/>
        </p:blipFill>
        <p:spPr>
          <a:xfrm>
            <a:off x="6422725" y="0"/>
            <a:ext cx="2721275" cy="56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